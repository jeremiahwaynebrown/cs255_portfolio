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A8D10B-020C-EECC-0CCD-E72D14F7BDE2}" v="1" dt="2024-10-20T00:35:50.053"/>
    <p1510:client id="{D6B848E0-FDFC-9E0A-2623-3E60A5BF0FF4}" v="261" dt="2024-10-20T00:29:26.6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1" d="100"/>
          <a:sy n="71" d="100"/>
        </p:scale>
        <p:origin x="4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own, Jeremiah" userId="S::jeremiah.brown5@snhu.edu::3aa20c9a-6fbb-4593-9b1e-586934410a09" providerId="AD" clId="Web-{D6B848E0-FDFC-9E0A-2623-3E60A5BF0FF4}"/>
    <pc:docChg chg="addSld delSld modSld">
      <pc:chgData name="Brown, Jeremiah" userId="S::jeremiah.brown5@snhu.edu::3aa20c9a-6fbb-4593-9b1e-586934410a09" providerId="AD" clId="Web-{D6B848E0-FDFC-9E0A-2623-3E60A5BF0FF4}" dt="2024-10-20T00:30:54.676" v="1889"/>
      <pc:docMkLst>
        <pc:docMk/>
      </pc:docMkLst>
      <pc:sldChg chg="modSp">
        <pc:chgData name="Brown, Jeremiah" userId="S::jeremiah.brown5@snhu.edu::3aa20c9a-6fbb-4593-9b1e-586934410a09" providerId="AD" clId="Web-{D6B848E0-FDFC-9E0A-2623-3E60A5BF0FF4}" dt="2024-10-19T21:42:07.283" v="2" actId="20577"/>
        <pc:sldMkLst>
          <pc:docMk/>
          <pc:sldMk cId="409182036" sldId="258"/>
        </pc:sldMkLst>
        <pc:spChg chg="mod">
          <ac:chgData name="Brown, Jeremiah" userId="S::jeremiah.brown5@snhu.edu::3aa20c9a-6fbb-4593-9b1e-586934410a09" providerId="AD" clId="Web-{D6B848E0-FDFC-9E0A-2623-3E60A5BF0FF4}" dt="2024-10-19T21:42:07.283" v="2" actId="20577"/>
          <ac:spMkLst>
            <pc:docMk/>
            <pc:sldMk cId="409182036" sldId="258"/>
            <ac:spMk id="3" creationId="{00000000-0000-0000-0000-000000000000}"/>
          </ac:spMkLst>
        </pc:spChg>
      </pc:sldChg>
      <pc:sldChg chg="modSp modNotes">
        <pc:chgData name="Brown, Jeremiah" userId="S::jeremiah.brown5@snhu.edu::3aa20c9a-6fbb-4593-9b1e-586934410a09" providerId="AD" clId="Web-{D6B848E0-FDFC-9E0A-2623-3E60A5BF0FF4}" dt="2024-10-20T00:30:54.676" v="1889"/>
        <pc:sldMkLst>
          <pc:docMk/>
          <pc:sldMk cId="1865885945" sldId="260"/>
        </pc:sldMkLst>
        <pc:spChg chg="mod">
          <ac:chgData name="Brown, Jeremiah" userId="S::jeremiah.brown5@snhu.edu::3aa20c9a-6fbb-4593-9b1e-586934410a09" providerId="AD" clId="Web-{D6B848E0-FDFC-9E0A-2623-3E60A5BF0FF4}" dt="2024-10-20T00:29:26.639" v="1864" actId="20577"/>
          <ac:spMkLst>
            <pc:docMk/>
            <pc:sldMk cId="1865885945" sldId="260"/>
            <ac:spMk id="3" creationId="{00000000-0000-0000-0000-000000000000}"/>
          </ac:spMkLst>
        </pc:spChg>
      </pc:sldChg>
      <pc:sldChg chg="addSp delSp modSp add del modNotes">
        <pc:chgData name="Brown, Jeremiah" userId="S::jeremiah.brown5@snhu.edu::3aa20c9a-6fbb-4593-9b1e-586934410a09" providerId="AD" clId="Web-{D6B848E0-FDFC-9E0A-2623-3E60A5BF0FF4}" dt="2024-10-20T00:10:22.648" v="1856"/>
        <pc:sldMkLst>
          <pc:docMk/>
          <pc:sldMk cId="2776425341" sldId="261"/>
        </pc:sldMkLst>
        <pc:spChg chg="add del">
          <ac:chgData name="Brown, Jeremiah" userId="S::jeremiah.brown5@snhu.edu::3aa20c9a-6fbb-4593-9b1e-586934410a09" providerId="AD" clId="Web-{D6B848E0-FDFC-9E0A-2623-3E60A5BF0FF4}" dt="2024-10-19T22:08:54.577" v="521"/>
          <ac:spMkLst>
            <pc:docMk/>
            <pc:sldMk cId="2776425341" sldId="261"/>
            <ac:spMk id="3" creationId="{00000000-0000-0000-0000-000000000000}"/>
          </ac:spMkLst>
        </pc:spChg>
        <pc:spChg chg="add del mod">
          <ac:chgData name="Brown, Jeremiah" userId="S::jeremiah.brown5@snhu.edu::3aa20c9a-6fbb-4593-9b1e-586934410a09" providerId="AD" clId="Web-{D6B848E0-FDFC-9E0A-2623-3E60A5BF0FF4}" dt="2024-10-19T22:08:54.577" v="521"/>
          <ac:spMkLst>
            <pc:docMk/>
            <pc:sldMk cId="2776425341" sldId="261"/>
            <ac:spMk id="5" creationId="{9292C249-0FDA-677D-03A2-C15290780223}"/>
          </ac:spMkLst>
        </pc:spChg>
        <pc:spChg chg="add del">
          <ac:chgData name="Brown, Jeremiah" userId="S::jeremiah.brown5@snhu.edu::3aa20c9a-6fbb-4593-9b1e-586934410a09" providerId="AD" clId="Web-{D6B848E0-FDFC-9E0A-2623-3E60A5BF0FF4}" dt="2024-10-19T22:08:53.983" v="518"/>
          <ac:spMkLst>
            <pc:docMk/>
            <pc:sldMk cId="2776425341" sldId="261"/>
            <ac:spMk id="11" creationId="{B4F5FA0D-0104-4987-8241-EFF7C85B88DE}"/>
          </ac:spMkLst>
        </pc:spChg>
        <pc:picChg chg="add mod">
          <ac:chgData name="Brown, Jeremiah" userId="S::jeremiah.brown5@snhu.edu::3aa20c9a-6fbb-4593-9b1e-586934410a09" providerId="AD" clId="Web-{D6B848E0-FDFC-9E0A-2623-3E60A5BF0FF4}" dt="2024-10-19T22:09:50.510" v="526" actId="14100"/>
          <ac:picMkLst>
            <pc:docMk/>
            <pc:sldMk cId="2776425341" sldId="261"/>
            <ac:picMk id="6" creationId="{101B94C1-B122-37B7-C300-21CCD8199C73}"/>
          </ac:picMkLst>
        </pc:picChg>
        <pc:picChg chg="add del">
          <ac:chgData name="Brown, Jeremiah" userId="S::jeremiah.brown5@snhu.edu::3aa20c9a-6fbb-4593-9b1e-586934410a09" providerId="AD" clId="Web-{D6B848E0-FDFC-9E0A-2623-3E60A5BF0FF4}" dt="2024-10-19T22:08:53.983" v="519"/>
          <ac:picMkLst>
            <pc:docMk/>
            <pc:sldMk cId="2776425341" sldId="261"/>
            <ac:picMk id="13" creationId="{2897127E-6CEF-446C-BE87-93B7C46E49D1}"/>
          </ac:picMkLst>
        </pc:picChg>
      </pc:sldChg>
      <pc:sldChg chg="modSp modNotes">
        <pc:chgData name="Brown, Jeremiah" userId="S::jeremiah.brown5@snhu.edu::3aa20c9a-6fbb-4593-9b1e-586934410a09" providerId="AD" clId="Web-{D6B848E0-FDFC-9E0A-2623-3E60A5BF0FF4}" dt="2024-10-19T23:59:15.957" v="1616"/>
        <pc:sldMkLst>
          <pc:docMk/>
          <pc:sldMk cId="376843144" sldId="263"/>
        </pc:sldMkLst>
        <pc:spChg chg="mod">
          <ac:chgData name="Brown, Jeremiah" userId="S::jeremiah.brown5@snhu.edu::3aa20c9a-6fbb-4593-9b1e-586934410a09" providerId="AD" clId="Web-{D6B848E0-FDFC-9E0A-2623-3E60A5BF0FF4}" dt="2024-10-19T23:52:59.984" v="1351" actId="20577"/>
          <ac:spMkLst>
            <pc:docMk/>
            <pc:sldMk cId="376843144" sldId="263"/>
            <ac:spMk id="3" creationId="{00000000-0000-0000-0000-000000000000}"/>
          </ac:spMkLst>
        </pc:spChg>
      </pc:sldChg>
      <pc:sldChg chg="modSp modNotes">
        <pc:chgData name="Brown, Jeremiah" userId="S::jeremiah.brown5@snhu.edu::3aa20c9a-6fbb-4593-9b1e-586934410a09" providerId="AD" clId="Web-{D6B848E0-FDFC-9E0A-2623-3E60A5BF0FF4}" dt="2024-10-20T00:12:28.546" v="1859"/>
        <pc:sldMkLst>
          <pc:docMk/>
          <pc:sldMk cId="3225141645" sldId="265"/>
        </pc:sldMkLst>
        <pc:spChg chg="mod">
          <ac:chgData name="Brown, Jeremiah" userId="S::jeremiah.brown5@snhu.edu::3aa20c9a-6fbb-4593-9b1e-586934410a09" providerId="AD" clId="Web-{D6B848E0-FDFC-9E0A-2623-3E60A5BF0FF4}" dt="2024-10-20T00:03:05.282" v="1697" actId="20577"/>
          <ac:spMkLst>
            <pc:docMk/>
            <pc:sldMk cId="3225141645" sldId="265"/>
            <ac:spMk id="3" creationId="{00000000-0000-0000-0000-000000000000}"/>
          </ac:spMkLst>
        </pc:spChg>
      </pc:sldChg>
      <pc:sldChg chg="addSp delSp modSp modNotes">
        <pc:chgData name="Brown, Jeremiah" userId="S::jeremiah.brown5@snhu.edu::3aa20c9a-6fbb-4593-9b1e-586934410a09" providerId="AD" clId="Web-{D6B848E0-FDFC-9E0A-2623-3E60A5BF0FF4}" dt="2024-10-20T00:11:48.309" v="1858"/>
        <pc:sldMkLst>
          <pc:docMk/>
          <pc:sldMk cId="3564055637" sldId="267"/>
        </pc:sldMkLst>
        <pc:spChg chg="add del mod">
          <ac:chgData name="Brown, Jeremiah" userId="S::jeremiah.brown5@snhu.edu::3aa20c9a-6fbb-4593-9b1e-586934410a09" providerId="AD" clId="Web-{D6B848E0-FDFC-9E0A-2623-3E60A5BF0FF4}" dt="2024-10-19T23:43:27.719" v="1033"/>
          <ac:spMkLst>
            <pc:docMk/>
            <pc:sldMk cId="3564055637" sldId="267"/>
            <ac:spMk id="3" creationId="{00000000-0000-0000-0000-000000000000}"/>
          </ac:spMkLst>
        </pc:spChg>
        <pc:spChg chg="add del">
          <ac:chgData name="Brown, Jeremiah" userId="S::jeremiah.brown5@snhu.edu::3aa20c9a-6fbb-4593-9b1e-586934410a09" providerId="AD" clId="Web-{D6B848E0-FDFC-9E0A-2623-3E60A5BF0FF4}" dt="2024-10-19T23:42:51.061" v="945"/>
          <ac:spMkLst>
            <pc:docMk/>
            <pc:sldMk cId="3564055637" sldId="267"/>
            <ac:spMk id="11" creationId="{B4F5FA0D-0104-4987-8241-EFF7C85B88DE}"/>
          </ac:spMkLst>
        </pc:spChg>
        <pc:picChg chg="add del mod">
          <ac:chgData name="Brown, Jeremiah" userId="S::jeremiah.brown5@snhu.edu::3aa20c9a-6fbb-4593-9b1e-586934410a09" providerId="AD" clId="Web-{D6B848E0-FDFC-9E0A-2623-3E60A5BF0FF4}" dt="2024-10-19T23:37:50.373" v="844"/>
          <ac:picMkLst>
            <pc:docMk/>
            <pc:sldMk cId="3564055637" sldId="267"/>
            <ac:picMk id="4" creationId="{7B805BF1-3BC6-0482-6B6F-A5A9E61CAE7C}"/>
          </ac:picMkLst>
        </pc:picChg>
        <pc:picChg chg="add del mod">
          <ac:chgData name="Brown, Jeremiah" userId="S::jeremiah.brown5@snhu.edu::3aa20c9a-6fbb-4593-9b1e-586934410a09" providerId="AD" clId="Web-{D6B848E0-FDFC-9E0A-2623-3E60A5BF0FF4}" dt="2024-10-19T23:43:31.423" v="1035"/>
          <ac:picMkLst>
            <pc:docMk/>
            <pc:sldMk cId="3564055637" sldId="267"/>
            <ac:picMk id="5" creationId="{60D5C282-D5F3-44DD-C9F1-ABF61AD036B1}"/>
          </ac:picMkLst>
        </pc:picChg>
        <pc:picChg chg="add mod ord">
          <ac:chgData name="Brown, Jeremiah" userId="S::jeremiah.brown5@snhu.edu::3aa20c9a-6fbb-4593-9b1e-586934410a09" providerId="AD" clId="Web-{D6B848E0-FDFC-9E0A-2623-3E60A5BF0FF4}" dt="2024-10-19T23:45:53.368" v="1115" actId="1076"/>
          <ac:picMkLst>
            <pc:docMk/>
            <pc:sldMk cId="3564055637" sldId="267"/>
            <ac:picMk id="6" creationId="{373DCF7C-E432-2FFD-53F5-0CA45043FB2F}"/>
          </ac:picMkLst>
        </pc:picChg>
        <pc:picChg chg="add del">
          <ac:chgData name="Brown, Jeremiah" userId="S::jeremiah.brown5@snhu.edu::3aa20c9a-6fbb-4593-9b1e-586934410a09" providerId="AD" clId="Web-{D6B848E0-FDFC-9E0A-2623-3E60A5BF0FF4}" dt="2024-10-19T23:42:51.061" v="946"/>
          <ac:picMkLst>
            <pc:docMk/>
            <pc:sldMk cId="3564055637" sldId="267"/>
            <ac:picMk id="13" creationId="{2897127E-6CEF-446C-BE87-93B7C46E49D1}"/>
          </ac:picMkLst>
        </pc:picChg>
      </pc:sldChg>
    </pc:docChg>
  </pc:docChgLst>
  <pc:docChgLst>
    <pc:chgData name="Brown, Jeremiah" userId="S::jeremiah.brown5@snhu.edu::3aa20c9a-6fbb-4593-9b1e-586934410a09" providerId="AD" clId="Web-{C8A8D10B-020C-EECC-0CCD-E72D14F7BDE2}"/>
    <pc:docChg chg="modSld">
      <pc:chgData name="Brown, Jeremiah" userId="S::jeremiah.brown5@snhu.edu::3aa20c9a-6fbb-4593-9b1e-586934410a09" providerId="AD" clId="Web-{C8A8D10B-020C-EECC-0CCD-E72D14F7BDE2}" dt="2024-10-20T00:35:58.335" v="1"/>
      <pc:docMkLst>
        <pc:docMk/>
      </pc:docMkLst>
      <pc:sldChg chg="modNotes">
        <pc:chgData name="Brown, Jeremiah" userId="S::jeremiah.brown5@snhu.edu::3aa20c9a-6fbb-4593-9b1e-586934410a09" providerId="AD" clId="Web-{C8A8D10B-020C-EECC-0CCD-E72D14F7BDE2}" dt="2024-10-20T00:35:44.912" v="0"/>
        <pc:sldMkLst>
          <pc:docMk/>
          <pc:sldMk cId="2776425341" sldId="261"/>
        </pc:sldMkLst>
      </pc:sldChg>
      <pc:sldChg chg="modNotes">
        <pc:chgData name="Brown, Jeremiah" userId="S::jeremiah.brown5@snhu.edu::3aa20c9a-6fbb-4593-9b1e-586934410a09" providerId="AD" clId="Web-{C8A8D10B-020C-EECC-0CCD-E72D14F7BDE2}" dt="2024-10-20T00:35:58.335" v="1"/>
        <pc:sldMkLst>
          <pc:docMk/>
          <pc:sldMk cId="3225141645"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requirements are essential the requirements that the system needs to meet. Functional requirements are described as what the system does. In this case, the functional requirements shown here are that the system will make sure that each person logging into the system is the intended person and that the system will be used to let each user schedule lessons. By ensuring that only authorized individuals can access the system, this is meeting </a:t>
            </a:r>
            <a:r>
              <a:rPr lang="en-US" dirty="0" err="1"/>
              <a:t>DriverPass's</a:t>
            </a:r>
            <a:r>
              <a:rPr lang="en-US" dirty="0"/>
              <a:t> needs by ensuring that every account is secure. On top of that, the system allowing each user is meeting </a:t>
            </a:r>
            <a:r>
              <a:rPr lang="en-US" dirty="0" err="1"/>
              <a:t>DriverPass's</a:t>
            </a:r>
            <a:r>
              <a:rPr lang="en-US" dirty="0"/>
              <a:t> needs by promoting convenience for the user. </a:t>
            </a:r>
          </a:p>
          <a:p>
            <a:r>
              <a:rPr lang="en-US" dirty="0"/>
              <a:t>Nonfunctional requirements describe how the system behaves. As shown above, two of these nonfunctional requirements are that the system must be accessible through the internet and that the system must be able to tell students apart from instructors or administrators. The system being accessible through the internet meets </a:t>
            </a:r>
            <a:r>
              <a:rPr lang="en-US" dirty="0" err="1"/>
              <a:t>DriverPass's</a:t>
            </a:r>
            <a:r>
              <a:rPr lang="en-US" dirty="0"/>
              <a:t> needs by allowing the system to be accessed through a larger medium, meaning that they can provide their services to a larger audience. Allowing the system to differentiate between different kind of users meets </a:t>
            </a:r>
            <a:r>
              <a:rPr lang="en-US" dirty="0" err="1"/>
              <a:t>DriverPass's</a:t>
            </a:r>
            <a:r>
              <a:rPr lang="en-US" dirty="0"/>
              <a:t> needs by promoting further security as a student won't be able to interact with the system the same way an administrator would.</a:t>
            </a:r>
            <a:endParaRPr lang="en-US" dirty="0">
              <a:cs typeface="Calibri"/>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use case diagram, which is used to showcase how different people may interact with the system. The people shown here are students, administrators, instructors, secretaries, and the DMV.  Students interact with the system by making an account, logging in, modifying their profile, purchasing packages, scheduling lessons, taking practice tests, viewing their progress and viewing training materials. Administrators interact with the system by creating accounts, logging in, resetting passwords, and downloading reports. Secretaries interact with the system by making, modifying, and cancelling lessons. Instructors are able to update student progress on lessons, assign drivers for lessons, and verify upcoming lessons. Lastly, the DMV interacts with the system by updating their policies, which in turn updates training materials.</a:t>
            </a:r>
          </a:p>
          <a:p>
            <a:r>
              <a:rPr lang="en-US" dirty="0">
                <a:cs typeface="Calibri"/>
              </a:rPr>
              <a:t>This all accounts for </a:t>
            </a:r>
            <a:r>
              <a:rPr lang="en-US" dirty="0" err="1">
                <a:cs typeface="Calibri"/>
              </a:rPr>
              <a:t>DriverPass's</a:t>
            </a:r>
            <a:r>
              <a:rPr lang="en-US" dirty="0">
                <a:cs typeface="Calibri"/>
              </a:rPr>
              <a:t> needs by </a:t>
            </a:r>
            <a:r>
              <a:rPr lang="en-US" dirty="0"/>
              <a:t>making the user experience straightforward and accessible. Features are designed to cater to each group, allowing them to perform their tasks efficiently while ensuring the system remains secure and user-friendly.</a:t>
            </a:r>
            <a:endParaRPr lang="en-US" dirty="0">
              <a:cs typeface="Calibri"/>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t>This is an activity diagram. This diagram is essential a breakdown of one of the actions from the previous diagram. Here I break down the process of a user logging in, starting with the user clicking "log in" on the </a:t>
            </a:r>
            <a:r>
              <a:rPr lang="en-US" dirty="0" err="1"/>
              <a:t>DriverPass</a:t>
            </a:r>
            <a:r>
              <a:rPr lang="en-US" dirty="0"/>
              <a:t> site. Next, the user puts in their username and password. If the username and password are incorrect, the user is prompted to try again. Once the correct information is put in, the system will check the role that corresponds to their account. For example, if the user is a student, they are taken to the student dashboard. Once the user is taken to the appropriate dashboard, this process is considered complete. I have taken into account </a:t>
            </a:r>
            <a:r>
              <a:rPr lang="en-US" dirty="0" err="1"/>
              <a:t>DriverPass's</a:t>
            </a:r>
            <a:r>
              <a:rPr lang="en-US" dirty="0"/>
              <a:t> needs in my design by incorporating role-based access, ensuring people in the correct role can only access what is relevant to their role. </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panose="020F0502020204030204"/>
              </a:rPr>
              <a:t>My design address two security concerns. Firstly, role-based access is incorporated in the design by differentiating between user roles on log in. When the user logs in, they are directed immediately to the dashboard for their role where they will have immediate access to the actions they can perform with their role. For example, it would be a major security concern if a student could do the same actions as a administrator because administrators have a greater ability to interact with the system's architecture. Secondly, user authentication is addressed in my design. By having the user log in using the username and password associated with their account, we are ensuring that </a:t>
            </a:r>
            <a:r>
              <a:rPr lang="en-US">
                <a:cs typeface="Calibri" panose="020F0502020204030204"/>
              </a:rPr>
              <a:t>only the intended individual is accessing the system. </a:t>
            </a:r>
            <a:endParaRPr lang="en-US"/>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cs typeface="Calibri"/>
              </a:rPr>
              <a:t>One limitation in the design is that the system</a:t>
            </a:r>
            <a:r>
              <a:rPr lang="en-US"/>
              <a:t> depends on users having a stable internet connection. Because offline access is not included in this design, if someone has trouble with their internet, they might not be able to log in or book driving lessons smoothly. Another limitation is that the system will need to be updated from time to time to work well on different devices, which could lead to temporary interruptions. Another limitation is that the system might struggle to handle a large number of users at the same time, especially during peak times when many students are trying to book lessons. Lastly, while security was included in the system design, there is always a risk associated with storing data online.</a:t>
            </a:r>
            <a:endParaRPr lang="en-US">
              <a:cs typeface="Calibri"/>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10/19/2024</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10/19/2024</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vert="horz" lIns="91440" tIns="45720" rIns="91440" bIns="45720" rtlCol="0" anchor="t">
            <a:normAutofit/>
          </a:bodyPr>
          <a:lstStyle/>
          <a:p>
            <a:r>
              <a:rPr lang="en-US" dirty="0">
                <a:solidFill>
                  <a:srgbClr val="FFFFFF"/>
                </a:solidFill>
              </a:rPr>
              <a:t>Jeremy Brown</a:t>
            </a:r>
            <a:endParaRPr lang="en-US" dirty="0">
              <a:solidFill>
                <a:srgbClr val="FFFFFF"/>
              </a:solidFill>
              <a:cs typeface="Calibri" panose="020F0502020204030204"/>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Functional Requirements</a:t>
            </a:r>
          </a:p>
          <a:p>
            <a:pPr lvl="1">
              <a:buFont typeface="Courier New" panose="020B0604020202020204" pitchFamily="34" charset="0"/>
              <a:buChar char="o"/>
            </a:pPr>
            <a:r>
              <a:rPr lang="en-US" sz="2000" dirty="0">
                <a:solidFill>
                  <a:srgbClr val="000000"/>
                </a:solidFill>
                <a:ea typeface="+mn-lt"/>
                <a:cs typeface="+mn-lt"/>
              </a:rPr>
              <a:t>The system shall validate user credentials when logging in.</a:t>
            </a:r>
          </a:p>
          <a:p>
            <a:pPr lvl="1">
              <a:buFont typeface="Courier New" panose="020B0604020202020204" pitchFamily="34" charset="0"/>
              <a:buChar char="o"/>
            </a:pPr>
            <a:r>
              <a:rPr lang="en-US" sz="2000" dirty="0">
                <a:solidFill>
                  <a:srgbClr val="000000"/>
                </a:solidFill>
                <a:ea typeface="+mn-lt"/>
                <a:cs typeface="+mn-lt"/>
              </a:rPr>
              <a:t>The system shall allow users to book driving lessons via an online interface. </a:t>
            </a:r>
            <a:endParaRPr lang="en-US" sz="2000" dirty="0">
              <a:solidFill>
                <a:srgbClr val="000000"/>
              </a:solidFill>
              <a:cs typeface="Calibri"/>
            </a:endParaRPr>
          </a:p>
          <a:p>
            <a:r>
              <a:rPr lang="en-US" sz="2400" dirty="0">
                <a:solidFill>
                  <a:srgbClr val="000000"/>
                </a:solidFill>
                <a:cs typeface="Calibri"/>
              </a:rPr>
              <a:t>Nonfunctional Requirements</a:t>
            </a:r>
          </a:p>
          <a:p>
            <a:pPr lvl="1">
              <a:buFont typeface="Courier New" panose="020B0604020202020204" pitchFamily="34" charset="0"/>
              <a:buChar char="o"/>
            </a:pPr>
            <a:r>
              <a:rPr lang="en-US" sz="2000" dirty="0">
                <a:solidFill>
                  <a:srgbClr val="000000"/>
                </a:solidFill>
                <a:ea typeface="+mn-lt"/>
                <a:cs typeface="+mn-lt"/>
              </a:rPr>
              <a:t>The system is in a web-based environment, allowing access from any computer or mobile device. </a:t>
            </a:r>
          </a:p>
          <a:p>
            <a:pPr lvl="1">
              <a:buFont typeface="Courier New" panose="020B0604020202020204" pitchFamily="34" charset="0"/>
              <a:buChar char="o"/>
            </a:pPr>
            <a:r>
              <a:rPr lang="en-US" sz="2000" dirty="0">
                <a:solidFill>
                  <a:srgbClr val="000000"/>
                </a:solidFill>
                <a:ea typeface="+mn-lt"/>
                <a:cs typeface="+mn-lt"/>
              </a:rPr>
              <a:t>The system will distinguish between users based on roles such as students, instructors, and administrators.</a:t>
            </a:r>
            <a:endParaRPr lang="en-US" sz="2000" dirty="0">
              <a:cs typeface="Calibri"/>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your use case diagram here.]</a:t>
            </a:r>
            <a:endParaRPr sz="2400" dirty="0">
              <a:solidFill>
                <a:srgbClr val="000000"/>
              </a:solidFill>
            </a:endParaRPr>
          </a:p>
        </p:txBody>
      </p:sp>
      <p:pic>
        <p:nvPicPr>
          <p:cNvPr id="6" name="Picture 5" descr="A diagram of a person&amp;#39;s process&#10;&#10;Description automatically generated">
            <a:extLst>
              <a:ext uri="{FF2B5EF4-FFF2-40B4-BE49-F238E27FC236}">
                <a16:creationId xmlns:a16="http://schemas.microsoft.com/office/drawing/2014/main" id="{101B94C1-B122-37B7-C300-21CCD8199C73}"/>
              </a:ext>
            </a:extLst>
          </p:cNvPr>
          <p:cNvPicPr>
            <a:picLocks noChangeAspect="1"/>
          </p:cNvPicPr>
          <p:nvPr/>
        </p:nvPicPr>
        <p:blipFill>
          <a:blip r:embed="rId5"/>
          <a:stretch>
            <a:fillRect/>
          </a:stretch>
        </p:blipFill>
        <p:spPr>
          <a:xfrm>
            <a:off x="6101516" y="-8626"/>
            <a:ext cx="5394852" cy="6904006"/>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6" name="Content Placeholder 5" descr="A diagram of a user flow&#10;&#10;Description automatically generated">
            <a:extLst>
              <a:ext uri="{FF2B5EF4-FFF2-40B4-BE49-F238E27FC236}">
                <a16:creationId xmlns:a16="http://schemas.microsoft.com/office/drawing/2014/main" id="{373DCF7C-E432-2FFD-53F5-0CA45043FB2F}"/>
              </a:ext>
            </a:extLst>
          </p:cNvPr>
          <p:cNvPicPr>
            <a:picLocks noGrp="1" noChangeAspect="1"/>
          </p:cNvPicPr>
          <p:nvPr>
            <p:ph idx="1"/>
          </p:nvPr>
        </p:nvPicPr>
        <p:blipFill>
          <a:blip r:embed="rId5"/>
          <a:stretch>
            <a:fillRect/>
          </a:stretch>
        </p:blipFill>
        <p:spPr>
          <a:xfrm>
            <a:off x="7102629" y="2089"/>
            <a:ext cx="3127017" cy="6857999"/>
          </a:xfr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cs typeface="Calibri"/>
              </a:rPr>
              <a:t>This design addresses the following security concerns:</a:t>
            </a:r>
          </a:p>
          <a:p>
            <a:pPr lvl="1">
              <a:buFont typeface="Courier New" panose="020B0604020202020204" pitchFamily="34" charset="0"/>
              <a:buChar char="o"/>
            </a:pPr>
            <a:r>
              <a:rPr lang="en-US" sz="2000" dirty="0">
                <a:solidFill>
                  <a:srgbClr val="000000"/>
                </a:solidFill>
                <a:cs typeface="Calibri"/>
              </a:rPr>
              <a:t>Role-based access</a:t>
            </a:r>
          </a:p>
          <a:p>
            <a:pPr lvl="1">
              <a:buFont typeface="Courier New" panose="020B0604020202020204" pitchFamily="34" charset="0"/>
              <a:buChar char="o"/>
            </a:pPr>
            <a:r>
              <a:rPr lang="en-US" sz="2000" dirty="0">
                <a:solidFill>
                  <a:srgbClr val="000000"/>
                </a:solidFill>
                <a:cs typeface="Calibri"/>
              </a:rPr>
              <a:t>User Authentication</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a:solidFill>
                  <a:srgbClr val="000000"/>
                </a:solidFill>
              </a:rPr>
              <a:t>Assumes user has stable internet</a:t>
            </a:r>
          </a:p>
          <a:p>
            <a:r>
              <a:rPr lang="en-US" sz="2400">
                <a:solidFill>
                  <a:srgbClr val="000000"/>
                </a:solidFill>
                <a:cs typeface="Calibri"/>
              </a:rPr>
              <a:t>System updates</a:t>
            </a:r>
          </a:p>
          <a:p>
            <a:r>
              <a:rPr lang="en-US" sz="2400" dirty="0">
                <a:solidFill>
                  <a:srgbClr val="000000"/>
                </a:solidFill>
                <a:cs typeface="Calibri"/>
              </a:rPr>
              <a:t>Security</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1342</TotalTime>
  <Words>308</Words>
  <Application>Microsoft Office PowerPoint</Application>
  <PresentationFormat>Widescreen</PresentationFormat>
  <Paragraphs>24</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Russo, Jordan</cp:lastModifiedBy>
  <cp:revision>438</cp:revision>
  <dcterms:created xsi:type="dcterms:W3CDTF">2019-10-14T02:36:52Z</dcterms:created>
  <dcterms:modified xsi:type="dcterms:W3CDTF">2024-10-20T00:36:00Z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